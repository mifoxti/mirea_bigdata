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38F049-55B6-47F0-ACBF-96953785E9C9}" v="131" dt="2025-12-10T10:36:20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A51961-C22D-481E-9C26-297074C6253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298BE5E-1A6B-4B5B-8DEE-6B8FBD0829F4}">
      <dgm:prSet/>
      <dgm:spPr/>
      <dgm:t>
        <a:bodyPr/>
        <a:lstStyle/>
        <a:p>
          <a:r>
            <a:rPr lang="ru-RU"/>
            <a:t>Apache Spark — это open-source фреймворк для распределённой обработки больших объёмов данных.</a:t>
          </a:r>
          <a:endParaRPr lang="en-US"/>
        </a:p>
      </dgm:t>
    </dgm:pt>
    <dgm:pt modelId="{2F2F5B7E-EAC6-4520-9864-9B368677CD1D}" type="parTrans" cxnId="{1297A8DB-2B03-4A11-8EE6-E89B0ECD6106}">
      <dgm:prSet/>
      <dgm:spPr/>
      <dgm:t>
        <a:bodyPr/>
        <a:lstStyle/>
        <a:p>
          <a:endParaRPr lang="en-US"/>
        </a:p>
      </dgm:t>
    </dgm:pt>
    <dgm:pt modelId="{2C2C76BA-E8D6-4C0B-B4CC-8CE375D9A60B}" type="sibTrans" cxnId="{1297A8DB-2B03-4A11-8EE6-E89B0ECD6106}">
      <dgm:prSet/>
      <dgm:spPr/>
      <dgm:t>
        <a:bodyPr/>
        <a:lstStyle/>
        <a:p>
          <a:endParaRPr lang="en-US"/>
        </a:p>
      </dgm:t>
    </dgm:pt>
    <dgm:pt modelId="{B32EFEEC-A543-40ED-A896-70C10DAAF5D2}">
      <dgm:prSet/>
      <dgm:spPr/>
      <dgm:t>
        <a:bodyPr/>
        <a:lstStyle/>
        <a:p>
          <a:r>
            <a:rPr lang="ru-RU"/>
            <a:t>Разработан в UC Berkeley (AMPLab), выпущен в 2010 г., стал частью Apache в 2013 г.</a:t>
          </a:r>
          <a:endParaRPr lang="en-US"/>
        </a:p>
      </dgm:t>
    </dgm:pt>
    <dgm:pt modelId="{C675FB7B-A218-48AF-B425-CD870AFC21E3}" type="parTrans" cxnId="{CCC19803-04CB-477C-8A75-DF98556586AF}">
      <dgm:prSet/>
      <dgm:spPr/>
      <dgm:t>
        <a:bodyPr/>
        <a:lstStyle/>
        <a:p>
          <a:endParaRPr lang="en-US"/>
        </a:p>
      </dgm:t>
    </dgm:pt>
    <dgm:pt modelId="{EC744EF8-CD84-4016-BCEC-1155F0DBAB81}" type="sibTrans" cxnId="{CCC19803-04CB-477C-8A75-DF98556586AF}">
      <dgm:prSet/>
      <dgm:spPr/>
      <dgm:t>
        <a:bodyPr/>
        <a:lstStyle/>
        <a:p>
          <a:endParaRPr lang="en-US"/>
        </a:p>
      </dgm:t>
    </dgm:pt>
    <dgm:pt modelId="{DC852C96-122E-4BC0-A647-CF8D6E35F90D}">
      <dgm:prSet/>
      <dgm:spPr/>
      <dgm:t>
        <a:bodyPr/>
        <a:lstStyle/>
        <a:p>
          <a:r>
            <a:rPr lang="ru-RU"/>
            <a:t>Основное преимущество: скорость благодаря in-memory вычислениям.</a:t>
          </a:r>
          <a:endParaRPr lang="en-US"/>
        </a:p>
      </dgm:t>
    </dgm:pt>
    <dgm:pt modelId="{6907CFB0-A767-4E7E-832D-F1B305B44997}" type="parTrans" cxnId="{98866D93-F7D4-486C-A5CB-93292CE9D410}">
      <dgm:prSet/>
      <dgm:spPr/>
      <dgm:t>
        <a:bodyPr/>
        <a:lstStyle/>
        <a:p>
          <a:endParaRPr lang="en-US"/>
        </a:p>
      </dgm:t>
    </dgm:pt>
    <dgm:pt modelId="{9D2D07E8-34E9-46C0-8C6B-29A3AC901D46}" type="sibTrans" cxnId="{98866D93-F7D4-486C-A5CB-93292CE9D410}">
      <dgm:prSet/>
      <dgm:spPr/>
      <dgm:t>
        <a:bodyPr/>
        <a:lstStyle/>
        <a:p>
          <a:endParaRPr lang="en-US"/>
        </a:p>
      </dgm:t>
    </dgm:pt>
    <dgm:pt modelId="{AFED3461-E4D0-4A34-A572-FFFDF5E05BEE}">
      <dgm:prSet/>
      <dgm:spPr/>
      <dgm:t>
        <a:bodyPr/>
        <a:lstStyle/>
        <a:p>
          <a:r>
            <a:rPr lang="ru-RU"/>
            <a:t>Поддерживает языки: Scala, Java, Python, R.</a:t>
          </a:r>
          <a:endParaRPr lang="en-US"/>
        </a:p>
      </dgm:t>
    </dgm:pt>
    <dgm:pt modelId="{F85AA517-159A-443B-89DB-D344D344AE95}" type="parTrans" cxnId="{33B176C7-0355-45E1-800F-CE2CBACA8D3A}">
      <dgm:prSet/>
      <dgm:spPr/>
      <dgm:t>
        <a:bodyPr/>
        <a:lstStyle/>
        <a:p>
          <a:endParaRPr lang="en-US"/>
        </a:p>
      </dgm:t>
    </dgm:pt>
    <dgm:pt modelId="{D618755D-0BC0-440A-B93E-8CFCFF804BE1}" type="sibTrans" cxnId="{33B176C7-0355-45E1-800F-CE2CBACA8D3A}">
      <dgm:prSet/>
      <dgm:spPr/>
      <dgm:t>
        <a:bodyPr/>
        <a:lstStyle/>
        <a:p>
          <a:endParaRPr lang="en-US"/>
        </a:p>
      </dgm:t>
    </dgm:pt>
    <dgm:pt modelId="{60D0862E-E7EF-47BA-9D8A-CBFC15F4CC08}" type="pres">
      <dgm:prSet presAssocID="{00A51961-C22D-481E-9C26-297074C62535}" presName="linear" presStyleCnt="0">
        <dgm:presLayoutVars>
          <dgm:animLvl val="lvl"/>
          <dgm:resizeHandles val="exact"/>
        </dgm:presLayoutVars>
      </dgm:prSet>
      <dgm:spPr/>
    </dgm:pt>
    <dgm:pt modelId="{19C22FFF-7B6E-43F8-85B4-123C2D09A880}" type="pres">
      <dgm:prSet presAssocID="{0298BE5E-1A6B-4B5B-8DEE-6B8FBD0829F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2215250-B13E-4FAD-B550-8915850CD3DF}" type="pres">
      <dgm:prSet presAssocID="{2C2C76BA-E8D6-4C0B-B4CC-8CE375D9A60B}" presName="spacer" presStyleCnt="0"/>
      <dgm:spPr/>
    </dgm:pt>
    <dgm:pt modelId="{0951A090-9E60-4363-B54E-96207AC94635}" type="pres">
      <dgm:prSet presAssocID="{B32EFEEC-A543-40ED-A896-70C10DAAF5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D6BE16-7F49-4C60-A833-E6809BF77B92}" type="pres">
      <dgm:prSet presAssocID="{EC744EF8-CD84-4016-BCEC-1155F0DBAB81}" presName="spacer" presStyleCnt="0"/>
      <dgm:spPr/>
    </dgm:pt>
    <dgm:pt modelId="{C7E0E28E-F8EE-4DC8-AFAE-329C5E44E416}" type="pres">
      <dgm:prSet presAssocID="{DC852C96-122E-4BC0-A647-CF8D6E35F90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4D2D2B-31FB-48A6-B6D3-FC5EE6F8DD0F}" type="pres">
      <dgm:prSet presAssocID="{9D2D07E8-34E9-46C0-8C6B-29A3AC901D46}" presName="spacer" presStyleCnt="0"/>
      <dgm:spPr/>
    </dgm:pt>
    <dgm:pt modelId="{40697E42-896C-4121-9C5D-7241D89385BE}" type="pres">
      <dgm:prSet presAssocID="{AFED3461-E4D0-4A34-A572-FFFDF5E05B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C19803-04CB-477C-8A75-DF98556586AF}" srcId="{00A51961-C22D-481E-9C26-297074C62535}" destId="{B32EFEEC-A543-40ED-A896-70C10DAAF5D2}" srcOrd="1" destOrd="0" parTransId="{C675FB7B-A218-48AF-B425-CD870AFC21E3}" sibTransId="{EC744EF8-CD84-4016-BCEC-1155F0DBAB81}"/>
    <dgm:cxn modelId="{A822B62A-C4C0-42E1-A576-41BD7DF18422}" type="presOf" srcId="{00A51961-C22D-481E-9C26-297074C62535}" destId="{60D0862E-E7EF-47BA-9D8A-CBFC15F4CC08}" srcOrd="0" destOrd="0" presId="urn:microsoft.com/office/officeart/2005/8/layout/vList2"/>
    <dgm:cxn modelId="{87C42B2F-464B-4E8C-ADC0-3317A1382D8F}" type="presOf" srcId="{0298BE5E-1A6B-4B5B-8DEE-6B8FBD0829F4}" destId="{19C22FFF-7B6E-43F8-85B4-123C2D09A880}" srcOrd="0" destOrd="0" presId="urn:microsoft.com/office/officeart/2005/8/layout/vList2"/>
    <dgm:cxn modelId="{8592503D-36C0-4914-B5CF-3E27A4FF067F}" type="presOf" srcId="{DC852C96-122E-4BC0-A647-CF8D6E35F90D}" destId="{C7E0E28E-F8EE-4DC8-AFAE-329C5E44E416}" srcOrd="0" destOrd="0" presId="urn:microsoft.com/office/officeart/2005/8/layout/vList2"/>
    <dgm:cxn modelId="{49F10665-F3D6-4E43-B0A2-FC8973BE5DCE}" type="presOf" srcId="{B32EFEEC-A543-40ED-A896-70C10DAAF5D2}" destId="{0951A090-9E60-4363-B54E-96207AC94635}" srcOrd="0" destOrd="0" presId="urn:microsoft.com/office/officeart/2005/8/layout/vList2"/>
    <dgm:cxn modelId="{98866D93-F7D4-486C-A5CB-93292CE9D410}" srcId="{00A51961-C22D-481E-9C26-297074C62535}" destId="{DC852C96-122E-4BC0-A647-CF8D6E35F90D}" srcOrd="2" destOrd="0" parTransId="{6907CFB0-A767-4E7E-832D-F1B305B44997}" sibTransId="{9D2D07E8-34E9-46C0-8C6B-29A3AC901D46}"/>
    <dgm:cxn modelId="{33B176C7-0355-45E1-800F-CE2CBACA8D3A}" srcId="{00A51961-C22D-481E-9C26-297074C62535}" destId="{AFED3461-E4D0-4A34-A572-FFFDF5E05BEE}" srcOrd="3" destOrd="0" parTransId="{F85AA517-159A-443B-89DB-D344D344AE95}" sibTransId="{D618755D-0BC0-440A-B93E-8CFCFF804BE1}"/>
    <dgm:cxn modelId="{1297A8DB-2B03-4A11-8EE6-E89B0ECD6106}" srcId="{00A51961-C22D-481E-9C26-297074C62535}" destId="{0298BE5E-1A6B-4B5B-8DEE-6B8FBD0829F4}" srcOrd="0" destOrd="0" parTransId="{2F2F5B7E-EAC6-4520-9864-9B368677CD1D}" sibTransId="{2C2C76BA-E8D6-4C0B-B4CC-8CE375D9A60B}"/>
    <dgm:cxn modelId="{5C46BAFE-35F3-47AE-8F24-4B43700BB942}" type="presOf" srcId="{AFED3461-E4D0-4A34-A572-FFFDF5E05BEE}" destId="{40697E42-896C-4121-9C5D-7241D89385BE}" srcOrd="0" destOrd="0" presId="urn:microsoft.com/office/officeart/2005/8/layout/vList2"/>
    <dgm:cxn modelId="{9FB575DB-F6BB-4B43-BB6B-8E6C1BF1383E}" type="presParOf" srcId="{60D0862E-E7EF-47BA-9D8A-CBFC15F4CC08}" destId="{19C22FFF-7B6E-43F8-85B4-123C2D09A880}" srcOrd="0" destOrd="0" presId="urn:microsoft.com/office/officeart/2005/8/layout/vList2"/>
    <dgm:cxn modelId="{7A9477A6-8300-4642-843E-160E0622111C}" type="presParOf" srcId="{60D0862E-E7EF-47BA-9D8A-CBFC15F4CC08}" destId="{F2215250-B13E-4FAD-B550-8915850CD3DF}" srcOrd="1" destOrd="0" presId="urn:microsoft.com/office/officeart/2005/8/layout/vList2"/>
    <dgm:cxn modelId="{6224E6F6-3A3F-44A7-A1F6-4A5D1080D57B}" type="presParOf" srcId="{60D0862E-E7EF-47BA-9D8A-CBFC15F4CC08}" destId="{0951A090-9E60-4363-B54E-96207AC94635}" srcOrd="2" destOrd="0" presId="urn:microsoft.com/office/officeart/2005/8/layout/vList2"/>
    <dgm:cxn modelId="{E90CB198-68DD-47CC-8273-D7040851FC66}" type="presParOf" srcId="{60D0862E-E7EF-47BA-9D8A-CBFC15F4CC08}" destId="{05D6BE16-7F49-4C60-A833-E6809BF77B92}" srcOrd="3" destOrd="0" presId="urn:microsoft.com/office/officeart/2005/8/layout/vList2"/>
    <dgm:cxn modelId="{48FB6DDC-06D3-4F15-BA0D-EA159BEA562F}" type="presParOf" srcId="{60D0862E-E7EF-47BA-9D8A-CBFC15F4CC08}" destId="{C7E0E28E-F8EE-4DC8-AFAE-329C5E44E416}" srcOrd="4" destOrd="0" presId="urn:microsoft.com/office/officeart/2005/8/layout/vList2"/>
    <dgm:cxn modelId="{1B2F69D3-4302-4C84-99A8-E87CF3A51C50}" type="presParOf" srcId="{60D0862E-E7EF-47BA-9D8A-CBFC15F4CC08}" destId="{B04D2D2B-31FB-48A6-B6D3-FC5EE6F8DD0F}" srcOrd="5" destOrd="0" presId="urn:microsoft.com/office/officeart/2005/8/layout/vList2"/>
    <dgm:cxn modelId="{EB609E18-8224-435D-813C-2047AD6DA345}" type="presParOf" srcId="{60D0862E-E7EF-47BA-9D8A-CBFC15F4CC08}" destId="{40697E42-896C-4121-9C5D-7241D89385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02D8C2-8D5E-42A0-AFDD-EFBF52FE583F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6FB7AA0-EDF2-4284-BE29-02B7F26AABAD}">
      <dgm:prSet/>
      <dgm:spPr/>
      <dgm:t>
        <a:bodyPr/>
        <a:lstStyle/>
        <a:p>
          <a:r>
            <a:rPr lang="ru-RU"/>
            <a:t>Driver Program — управляет выполнением приложения.</a:t>
          </a:r>
          <a:endParaRPr lang="en-US"/>
        </a:p>
      </dgm:t>
    </dgm:pt>
    <dgm:pt modelId="{54C35C32-BCFC-4E64-B018-8FA86BA47D1D}" type="parTrans" cxnId="{F39E05B4-3071-4ABA-8124-52CCDF5B3222}">
      <dgm:prSet/>
      <dgm:spPr/>
      <dgm:t>
        <a:bodyPr/>
        <a:lstStyle/>
        <a:p>
          <a:endParaRPr lang="en-US"/>
        </a:p>
      </dgm:t>
    </dgm:pt>
    <dgm:pt modelId="{086EA33B-051C-4177-B9A2-E367D0D46EA9}" type="sibTrans" cxnId="{F39E05B4-3071-4ABA-8124-52CCDF5B3222}">
      <dgm:prSet/>
      <dgm:spPr/>
      <dgm:t>
        <a:bodyPr/>
        <a:lstStyle/>
        <a:p>
          <a:endParaRPr lang="en-US"/>
        </a:p>
      </dgm:t>
    </dgm:pt>
    <dgm:pt modelId="{734BFF50-784B-4BBB-914F-A9A8617336A9}">
      <dgm:prSet/>
      <dgm:spPr/>
      <dgm:t>
        <a:bodyPr/>
        <a:lstStyle/>
        <a:p>
          <a:r>
            <a:rPr lang="ru-RU"/>
            <a:t>Cluster Manager — выделяет ресурсы (Standalone, YARN, Kubernetes).</a:t>
          </a:r>
          <a:endParaRPr lang="en-US"/>
        </a:p>
      </dgm:t>
    </dgm:pt>
    <dgm:pt modelId="{4C0575C6-B193-4A1D-9083-46CB81805A1A}" type="parTrans" cxnId="{EB295E5E-5ECD-4339-8E1E-7038AE98E00E}">
      <dgm:prSet/>
      <dgm:spPr/>
      <dgm:t>
        <a:bodyPr/>
        <a:lstStyle/>
        <a:p>
          <a:endParaRPr lang="en-US"/>
        </a:p>
      </dgm:t>
    </dgm:pt>
    <dgm:pt modelId="{CF979280-E743-4A48-A6D6-FBEBE9394B99}" type="sibTrans" cxnId="{EB295E5E-5ECD-4339-8E1E-7038AE98E00E}">
      <dgm:prSet/>
      <dgm:spPr/>
      <dgm:t>
        <a:bodyPr/>
        <a:lstStyle/>
        <a:p>
          <a:endParaRPr lang="en-US"/>
        </a:p>
      </dgm:t>
    </dgm:pt>
    <dgm:pt modelId="{10125038-E09B-4CDA-986E-382824D60F6A}">
      <dgm:prSet/>
      <dgm:spPr/>
      <dgm:t>
        <a:bodyPr/>
        <a:lstStyle/>
        <a:p>
          <a:r>
            <a:rPr lang="ru-RU"/>
            <a:t>Executor — выполняет задачи на узлах кластера, хранит данные в памяти.</a:t>
          </a:r>
          <a:endParaRPr lang="en-US"/>
        </a:p>
      </dgm:t>
    </dgm:pt>
    <dgm:pt modelId="{E3C205C8-CF42-4D77-B18F-F628C65B3346}" type="parTrans" cxnId="{F4CBF3C7-45F5-4B13-93A5-3AF9A3A48522}">
      <dgm:prSet/>
      <dgm:spPr/>
      <dgm:t>
        <a:bodyPr/>
        <a:lstStyle/>
        <a:p>
          <a:endParaRPr lang="en-US"/>
        </a:p>
      </dgm:t>
    </dgm:pt>
    <dgm:pt modelId="{225A9D69-2FCE-4F8B-A45B-E6A35F5E041D}" type="sibTrans" cxnId="{F4CBF3C7-45F5-4B13-93A5-3AF9A3A48522}">
      <dgm:prSet/>
      <dgm:spPr/>
      <dgm:t>
        <a:bodyPr/>
        <a:lstStyle/>
        <a:p>
          <a:endParaRPr lang="en-US"/>
        </a:p>
      </dgm:t>
    </dgm:pt>
    <dgm:pt modelId="{F94B8D97-76E1-4E66-8418-BE04798DB5A9}">
      <dgm:prSet/>
      <dgm:spPr/>
      <dgm:t>
        <a:bodyPr/>
        <a:lstStyle/>
        <a:p>
          <a:r>
            <a:rPr lang="ru-RU"/>
            <a:t>Основная абстракция: Resilient Distributed Dataset (RDD).</a:t>
          </a:r>
          <a:endParaRPr lang="en-US"/>
        </a:p>
      </dgm:t>
    </dgm:pt>
    <dgm:pt modelId="{130A9399-DD5B-4B97-A7E4-D764FAE91D9E}" type="parTrans" cxnId="{70E33BB0-BEBB-49B7-9F16-B60D2C1251F5}">
      <dgm:prSet/>
      <dgm:spPr/>
      <dgm:t>
        <a:bodyPr/>
        <a:lstStyle/>
        <a:p>
          <a:endParaRPr lang="en-US"/>
        </a:p>
      </dgm:t>
    </dgm:pt>
    <dgm:pt modelId="{4B0CA810-12A4-4ABE-A89C-5A8CE595F841}" type="sibTrans" cxnId="{70E33BB0-BEBB-49B7-9F16-B60D2C1251F5}">
      <dgm:prSet/>
      <dgm:spPr/>
      <dgm:t>
        <a:bodyPr/>
        <a:lstStyle/>
        <a:p>
          <a:endParaRPr lang="en-US"/>
        </a:p>
      </dgm:t>
    </dgm:pt>
    <dgm:pt modelId="{01AEB5CD-CAF9-4EA5-808C-AA04C2DDB05A}" type="pres">
      <dgm:prSet presAssocID="{C302D8C2-8D5E-42A0-AFDD-EFBF52FE583F}" presName="matrix" presStyleCnt="0">
        <dgm:presLayoutVars>
          <dgm:chMax val="1"/>
          <dgm:dir/>
          <dgm:resizeHandles val="exact"/>
        </dgm:presLayoutVars>
      </dgm:prSet>
      <dgm:spPr/>
    </dgm:pt>
    <dgm:pt modelId="{4FDB14A6-B8D6-4A7E-A364-B7358F9EEEE9}" type="pres">
      <dgm:prSet presAssocID="{C302D8C2-8D5E-42A0-AFDD-EFBF52FE583F}" presName="diamond" presStyleLbl="bgShp" presStyleIdx="0" presStyleCnt="1"/>
      <dgm:spPr/>
    </dgm:pt>
    <dgm:pt modelId="{431D6E46-FCAD-40D0-8907-B3734C487F67}" type="pres">
      <dgm:prSet presAssocID="{C302D8C2-8D5E-42A0-AFDD-EFBF52FE583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DFE2317-F4EB-45FA-B26A-969B8CE2E5F5}" type="pres">
      <dgm:prSet presAssocID="{C302D8C2-8D5E-42A0-AFDD-EFBF52FE583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7B128DA-B561-4EBF-B1B9-F5779A724B94}" type="pres">
      <dgm:prSet presAssocID="{C302D8C2-8D5E-42A0-AFDD-EFBF52FE583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F666136-15C5-437B-9FEA-E178F44CD9F6}" type="pres">
      <dgm:prSet presAssocID="{C302D8C2-8D5E-42A0-AFDD-EFBF52FE583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237CC01-CFFA-480A-B758-EAC382A46FD5}" type="presOf" srcId="{C302D8C2-8D5E-42A0-AFDD-EFBF52FE583F}" destId="{01AEB5CD-CAF9-4EA5-808C-AA04C2DDB05A}" srcOrd="0" destOrd="0" presId="urn:microsoft.com/office/officeart/2005/8/layout/matrix3"/>
    <dgm:cxn modelId="{EB295E5E-5ECD-4339-8E1E-7038AE98E00E}" srcId="{C302D8C2-8D5E-42A0-AFDD-EFBF52FE583F}" destId="{734BFF50-784B-4BBB-914F-A9A8617336A9}" srcOrd="1" destOrd="0" parTransId="{4C0575C6-B193-4A1D-9083-46CB81805A1A}" sibTransId="{CF979280-E743-4A48-A6D6-FBEBE9394B99}"/>
    <dgm:cxn modelId="{DD5D9B64-E945-49AC-A5FA-C6733B232B59}" type="presOf" srcId="{B6FB7AA0-EDF2-4284-BE29-02B7F26AABAD}" destId="{431D6E46-FCAD-40D0-8907-B3734C487F67}" srcOrd="0" destOrd="0" presId="urn:microsoft.com/office/officeart/2005/8/layout/matrix3"/>
    <dgm:cxn modelId="{514C2C7D-0C5F-421E-BA1D-BA728E95F75D}" type="presOf" srcId="{10125038-E09B-4CDA-986E-382824D60F6A}" destId="{17B128DA-B561-4EBF-B1B9-F5779A724B94}" srcOrd="0" destOrd="0" presId="urn:microsoft.com/office/officeart/2005/8/layout/matrix3"/>
    <dgm:cxn modelId="{70E33BB0-BEBB-49B7-9F16-B60D2C1251F5}" srcId="{C302D8C2-8D5E-42A0-AFDD-EFBF52FE583F}" destId="{F94B8D97-76E1-4E66-8418-BE04798DB5A9}" srcOrd="3" destOrd="0" parTransId="{130A9399-DD5B-4B97-A7E4-D764FAE91D9E}" sibTransId="{4B0CA810-12A4-4ABE-A89C-5A8CE595F841}"/>
    <dgm:cxn modelId="{F39E05B4-3071-4ABA-8124-52CCDF5B3222}" srcId="{C302D8C2-8D5E-42A0-AFDD-EFBF52FE583F}" destId="{B6FB7AA0-EDF2-4284-BE29-02B7F26AABAD}" srcOrd="0" destOrd="0" parTransId="{54C35C32-BCFC-4E64-B018-8FA86BA47D1D}" sibTransId="{086EA33B-051C-4177-B9A2-E367D0D46EA9}"/>
    <dgm:cxn modelId="{509337C5-F6F6-45E3-9F50-2A92EAD5184D}" type="presOf" srcId="{F94B8D97-76E1-4E66-8418-BE04798DB5A9}" destId="{0F666136-15C5-437B-9FEA-E178F44CD9F6}" srcOrd="0" destOrd="0" presId="urn:microsoft.com/office/officeart/2005/8/layout/matrix3"/>
    <dgm:cxn modelId="{F4CBF3C7-45F5-4B13-93A5-3AF9A3A48522}" srcId="{C302D8C2-8D5E-42A0-AFDD-EFBF52FE583F}" destId="{10125038-E09B-4CDA-986E-382824D60F6A}" srcOrd="2" destOrd="0" parTransId="{E3C205C8-CF42-4D77-B18F-F628C65B3346}" sibTransId="{225A9D69-2FCE-4F8B-A45B-E6A35F5E041D}"/>
    <dgm:cxn modelId="{3959F8EB-5C50-4B01-A6FD-51E23AC04CB4}" type="presOf" srcId="{734BFF50-784B-4BBB-914F-A9A8617336A9}" destId="{0DFE2317-F4EB-45FA-B26A-969B8CE2E5F5}" srcOrd="0" destOrd="0" presId="urn:microsoft.com/office/officeart/2005/8/layout/matrix3"/>
    <dgm:cxn modelId="{17878160-8185-4158-841A-A7647A757203}" type="presParOf" srcId="{01AEB5CD-CAF9-4EA5-808C-AA04C2DDB05A}" destId="{4FDB14A6-B8D6-4A7E-A364-B7358F9EEEE9}" srcOrd="0" destOrd="0" presId="urn:microsoft.com/office/officeart/2005/8/layout/matrix3"/>
    <dgm:cxn modelId="{70CA227C-169C-4B08-98C0-1ABA28367561}" type="presParOf" srcId="{01AEB5CD-CAF9-4EA5-808C-AA04C2DDB05A}" destId="{431D6E46-FCAD-40D0-8907-B3734C487F67}" srcOrd="1" destOrd="0" presId="urn:microsoft.com/office/officeart/2005/8/layout/matrix3"/>
    <dgm:cxn modelId="{38063F45-919E-43DD-BD7F-6BD7056C1ECE}" type="presParOf" srcId="{01AEB5CD-CAF9-4EA5-808C-AA04C2DDB05A}" destId="{0DFE2317-F4EB-45FA-B26A-969B8CE2E5F5}" srcOrd="2" destOrd="0" presId="urn:microsoft.com/office/officeart/2005/8/layout/matrix3"/>
    <dgm:cxn modelId="{A5E044CC-798E-4099-86F7-E30A38C98A13}" type="presParOf" srcId="{01AEB5CD-CAF9-4EA5-808C-AA04C2DDB05A}" destId="{17B128DA-B561-4EBF-B1B9-F5779A724B94}" srcOrd="3" destOrd="0" presId="urn:microsoft.com/office/officeart/2005/8/layout/matrix3"/>
    <dgm:cxn modelId="{DFF50F1D-6D56-4606-9FD7-646B33D4C483}" type="presParOf" srcId="{01AEB5CD-CAF9-4EA5-808C-AA04C2DDB05A}" destId="{0F666136-15C5-437B-9FEA-E178F44CD9F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2689DB-AA85-418C-9FDB-B90C12CC403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1B2BD3C-3FC1-46F9-A466-2B714887EE72}">
      <dgm:prSet/>
      <dgm:spPr/>
      <dgm:t>
        <a:bodyPr/>
        <a:lstStyle/>
        <a:p>
          <a:r>
            <a:rPr lang="ru-RU"/>
            <a:t>Высокая производительность (in-memory processing).</a:t>
          </a:r>
          <a:endParaRPr lang="en-US"/>
        </a:p>
      </dgm:t>
    </dgm:pt>
    <dgm:pt modelId="{447E8008-58D9-48ED-9E16-CEBFB5AD50FA}" type="parTrans" cxnId="{D7B28E79-F47F-415D-9230-E656D988ED9C}">
      <dgm:prSet/>
      <dgm:spPr/>
      <dgm:t>
        <a:bodyPr/>
        <a:lstStyle/>
        <a:p>
          <a:endParaRPr lang="en-US"/>
        </a:p>
      </dgm:t>
    </dgm:pt>
    <dgm:pt modelId="{D7FCF42A-CD94-4E60-B64E-C6E18B709B69}" type="sibTrans" cxnId="{D7B28E79-F47F-415D-9230-E656D988ED9C}">
      <dgm:prSet/>
      <dgm:spPr/>
      <dgm:t>
        <a:bodyPr/>
        <a:lstStyle/>
        <a:p>
          <a:endParaRPr lang="en-US"/>
        </a:p>
      </dgm:t>
    </dgm:pt>
    <dgm:pt modelId="{820D1144-EC8F-482A-9F8A-CB6B3ABDA8A0}">
      <dgm:prSet/>
      <dgm:spPr/>
      <dgm:t>
        <a:bodyPr/>
        <a:lstStyle/>
        <a:p>
          <a:r>
            <a:rPr lang="ru-RU"/>
            <a:t>Универсальность: пакетная, потоковая, ML-обработка.</a:t>
          </a:r>
          <a:endParaRPr lang="en-US"/>
        </a:p>
      </dgm:t>
    </dgm:pt>
    <dgm:pt modelId="{DA9B4694-F811-4557-894B-9DC19CF55F5E}" type="parTrans" cxnId="{E1ACA0A0-50B2-48EB-94B3-2C16778C957B}">
      <dgm:prSet/>
      <dgm:spPr/>
      <dgm:t>
        <a:bodyPr/>
        <a:lstStyle/>
        <a:p>
          <a:endParaRPr lang="en-US"/>
        </a:p>
      </dgm:t>
    </dgm:pt>
    <dgm:pt modelId="{B1EEBAB0-A9F8-41BB-8CA4-CDA38FBF2818}" type="sibTrans" cxnId="{E1ACA0A0-50B2-48EB-94B3-2C16778C957B}">
      <dgm:prSet/>
      <dgm:spPr/>
      <dgm:t>
        <a:bodyPr/>
        <a:lstStyle/>
        <a:p>
          <a:endParaRPr lang="en-US"/>
        </a:p>
      </dgm:t>
    </dgm:pt>
    <dgm:pt modelId="{DB278D5D-55CE-4D14-97C3-3F1ECB4073AD}">
      <dgm:prSet/>
      <dgm:spPr/>
      <dgm:t>
        <a:bodyPr/>
        <a:lstStyle/>
        <a:p>
          <a:r>
            <a:rPr lang="ru-RU"/>
            <a:t>Гибкое развертывание: локально, в облаке, на кластере.</a:t>
          </a:r>
          <a:endParaRPr lang="en-US"/>
        </a:p>
      </dgm:t>
    </dgm:pt>
    <dgm:pt modelId="{FDA0F9FF-E396-4329-86E9-D136BC48C9B1}" type="parTrans" cxnId="{5F53EDB0-7ABC-43F6-A354-4A0BFF5BAE26}">
      <dgm:prSet/>
      <dgm:spPr/>
      <dgm:t>
        <a:bodyPr/>
        <a:lstStyle/>
        <a:p>
          <a:endParaRPr lang="en-US"/>
        </a:p>
      </dgm:t>
    </dgm:pt>
    <dgm:pt modelId="{F5EC87C8-677D-4669-BD62-4CA77111127C}" type="sibTrans" cxnId="{5F53EDB0-7ABC-43F6-A354-4A0BFF5BAE26}">
      <dgm:prSet/>
      <dgm:spPr/>
      <dgm:t>
        <a:bodyPr/>
        <a:lstStyle/>
        <a:p>
          <a:endParaRPr lang="en-US"/>
        </a:p>
      </dgm:t>
    </dgm:pt>
    <dgm:pt modelId="{67E64D7B-A22C-4981-BD0C-AC901974C48F}">
      <dgm:prSet/>
      <dgm:spPr/>
      <dgm:t>
        <a:bodyPr/>
        <a:lstStyle/>
        <a:p>
          <a:r>
            <a:rPr lang="ru-RU"/>
            <a:t>Активное сообщество и поддержка.</a:t>
          </a:r>
          <a:endParaRPr lang="en-US"/>
        </a:p>
      </dgm:t>
    </dgm:pt>
    <dgm:pt modelId="{9C44F995-4090-4B58-A5BE-CBD53D468632}" type="parTrans" cxnId="{7628FEB2-0ED6-4D48-AE04-7866F96C5305}">
      <dgm:prSet/>
      <dgm:spPr/>
      <dgm:t>
        <a:bodyPr/>
        <a:lstStyle/>
        <a:p>
          <a:endParaRPr lang="en-US"/>
        </a:p>
      </dgm:t>
    </dgm:pt>
    <dgm:pt modelId="{9BA8D24E-D791-4CB0-A6D8-FF161315DC38}" type="sibTrans" cxnId="{7628FEB2-0ED6-4D48-AE04-7866F96C5305}">
      <dgm:prSet/>
      <dgm:spPr/>
      <dgm:t>
        <a:bodyPr/>
        <a:lstStyle/>
        <a:p>
          <a:endParaRPr lang="en-US"/>
        </a:p>
      </dgm:t>
    </dgm:pt>
    <dgm:pt modelId="{F274948C-8D7F-4E23-A200-D66871308175}" type="pres">
      <dgm:prSet presAssocID="{232689DB-AA85-418C-9FDB-B90C12CC4039}" presName="linear" presStyleCnt="0">
        <dgm:presLayoutVars>
          <dgm:animLvl val="lvl"/>
          <dgm:resizeHandles val="exact"/>
        </dgm:presLayoutVars>
      </dgm:prSet>
      <dgm:spPr/>
    </dgm:pt>
    <dgm:pt modelId="{F4AA94C0-174B-417F-B0A7-A6A2680568E3}" type="pres">
      <dgm:prSet presAssocID="{A1B2BD3C-3FC1-46F9-A466-2B714887EE7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C27D00-971A-43BC-A121-8D6729C11A41}" type="pres">
      <dgm:prSet presAssocID="{D7FCF42A-CD94-4E60-B64E-C6E18B709B69}" presName="spacer" presStyleCnt="0"/>
      <dgm:spPr/>
    </dgm:pt>
    <dgm:pt modelId="{072E53A3-6DF4-4294-B561-3BBEE4CA4807}" type="pres">
      <dgm:prSet presAssocID="{820D1144-EC8F-482A-9F8A-CB6B3ABDA8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2AC8029-F59D-4349-9196-A43CD8A73C7E}" type="pres">
      <dgm:prSet presAssocID="{B1EEBAB0-A9F8-41BB-8CA4-CDA38FBF2818}" presName="spacer" presStyleCnt="0"/>
      <dgm:spPr/>
    </dgm:pt>
    <dgm:pt modelId="{E9F542B4-B055-4097-A06D-D3F2E9E411B1}" type="pres">
      <dgm:prSet presAssocID="{DB278D5D-55CE-4D14-97C3-3F1ECB4073A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A4A7E5-6852-487B-BC8B-DD04C07BDA7D}" type="pres">
      <dgm:prSet presAssocID="{F5EC87C8-677D-4669-BD62-4CA77111127C}" presName="spacer" presStyleCnt="0"/>
      <dgm:spPr/>
    </dgm:pt>
    <dgm:pt modelId="{F286DBA6-05C5-4EB0-9FC3-A37BD2EE85F4}" type="pres">
      <dgm:prSet presAssocID="{67E64D7B-A22C-4981-BD0C-AC901974C4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B19AF05-14CF-4528-975D-9330C991C606}" type="presOf" srcId="{A1B2BD3C-3FC1-46F9-A466-2B714887EE72}" destId="{F4AA94C0-174B-417F-B0A7-A6A2680568E3}" srcOrd="0" destOrd="0" presId="urn:microsoft.com/office/officeart/2005/8/layout/vList2"/>
    <dgm:cxn modelId="{A729300F-02C8-45CF-9B97-CBECEB16731D}" type="presOf" srcId="{67E64D7B-A22C-4981-BD0C-AC901974C48F}" destId="{F286DBA6-05C5-4EB0-9FC3-A37BD2EE85F4}" srcOrd="0" destOrd="0" presId="urn:microsoft.com/office/officeart/2005/8/layout/vList2"/>
    <dgm:cxn modelId="{ADBBFF4E-D847-4CD2-88A8-9F5434A33D89}" type="presOf" srcId="{232689DB-AA85-418C-9FDB-B90C12CC4039}" destId="{F274948C-8D7F-4E23-A200-D66871308175}" srcOrd="0" destOrd="0" presId="urn:microsoft.com/office/officeart/2005/8/layout/vList2"/>
    <dgm:cxn modelId="{D7B28E79-F47F-415D-9230-E656D988ED9C}" srcId="{232689DB-AA85-418C-9FDB-B90C12CC4039}" destId="{A1B2BD3C-3FC1-46F9-A466-2B714887EE72}" srcOrd="0" destOrd="0" parTransId="{447E8008-58D9-48ED-9E16-CEBFB5AD50FA}" sibTransId="{D7FCF42A-CD94-4E60-B64E-C6E18B709B69}"/>
    <dgm:cxn modelId="{E1ACA0A0-50B2-48EB-94B3-2C16778C957B}" srcId="{232689DB-AA85-418C-9FDB-B90C12CC4039}" destId="{820D1144-EC8F-482A-9F8A-CB6B3ABDA8A0}" srcOrd="1" destOrd="0" parTransId="{DA9B4694-F811-4557-894B-9DC19CF55F5E}" sibTransId="{B1EEBAB0-A9F8-41BB-8CA4-CDA38FBF2818}"/>
    <dgm:cxn modelId="{984F1FA7-5640-488A-9A17-7FA3B0AD7653}" type="presOf" srcId="{820D1144-EC8F-482A-9F8A-CB6B3ABDA8A0}" destId="{072E53A3-6DF4-4294-B561-3BBEE4CA4807}" srcOrd="0" destOrd="0" presId="urn:microsoft.com/office/officeart/2005/8/layout/vList2"/>
    <dgm:cxn modelId="{5F53EDB0-7ABC-43F6-A354-4A0BFF5BAE26}" srcId="{232689DB-AA85-418C-9FDB-B90C12CC4039}" destId="{DB278D5D-55CE-4D14-97C3-3F1ECB4073AD}" srcOrd="2" destOrd="0" parTransId="{FDA0F9FF-E396-4329-86E9-D136BC48C9B1}" sibTransId="{F5EC87C8-677D-4669-BD62-4CA77111127C}"/>
    <dgm:cxn modelId="{7628FEB2-0ED6-4D48-AE04-7866F96C5305}" srcId="{232689DB-AA85-418C-9FDB-B90C12CC4039}" destId="{67E64D7B-A22C-4981-BD0C-AC901974C48F}" srcOrd="3" destOrd="0" parTransId="{9C44F995-4090-4B58-A5BE-CBD53D468632}" sibTransId="{9BA8D24E-D791-4CB0-A6D8-FF161315DC38}"/>
    <dgm:cxn modelId="{268F43C0-0A46-48A8-8302-820E3B6CB322}" type="presOf" srcId="{DB278D5D-55CE-4D14-97C3-3F1ECB4073AD}" destId="{E9F542B4-B055-4097-A06D-D3F2E9E411B1}" srcOrd="0" destOrd="0" presId="urn:microsoft.com/office/officeart/2005/8/layout/vList2"/>
    <dgm:cxn modelId="{D6C98E7A-5E39-463D-B2CC-4576850B3BDA}" type="presParOf" srcId="{F274948C-8D7F-4E23-A200-D66871308175}" destId="{F4AA94C0-174B-417F-B0A7-A6A2680568E3}" srcOrd="0" destOrd="0" presId="urn:microsoft.com/office/officeart/2005/8/layout/vList2"/>
    <dgm:cxn modelId="{0CB7A9CC-8A7A-4305-A0B8-C1E9EA985221}" type="presParOf" srcId="{F274948C-8D7F-4E23-A200-D66871308175}" destId="{C1C27D00-971A-43BC-A121-8D6729C11A41}" srcOrd="1" destOrd="0" presId="urn:microsoft.com/office/officeart/2005/8/layout/vList2"/>
    <dgm:cxn modelId="{E078A2FB-F976-4B39-BC06-C7C178E8C951}" type="presParOf" srcId="{F274948C-8D7F-4E23-A200-D66871308175}" destId="{072E53A3-6DF4-4294-B561-3BBEE4CA4807}" srcOrd="2" destOrd="0" presId="urn:microsoft.com/office/officeart/2005/8/layout/vList2"/>
    <dgm:cxn modelId="{C97CD649-F575-493F-A3F4-1A4418A0EE84}" type="presParOf" srcId="{F274948C-8D7F-4E23-A200-D66871308175}" destId="{82AC8029-F59D-4349-9196-A43CD8A73C7E}" srcOrd="3" destOrd="0" presId="urn:microsoft.com/office/officeart/2005/8/layout/vList2"/>
    <dgm:cxn modelId="{2444A3C1-3D57-4DA1-AC95-F2A90156A3ED}" type="presParOf" srcId="{F274948C-8D7F-4E23-A200-D66871308175}" destId="{E9F542B4-B055-4097-A06D-D3F2E9E411B1}" srcOrd="4" destOrd="0" presId="urn:microsoft.com/office/officeart/2005/8/layout/vList2"/>
    <dgm:cxn modelId="{7F03B620-68F4-4768-9884-3F82B75BA8F5}" type="presParOf" srcId="{F274948C-8D7F-4E23-A200-D66871308175}" destId="{C1A4A7E5-6852-487B-BC8B-DD04C07BDA7D}" srcOrd="5" destOrd="0" presId="urn:microsoft.com/office/officeart/2005/8/layout/vList2"/>
    <dgm:cxn modelId="{8382B7CD-C3BA-4975-B195-DF2C266B3610}" type="presParOf" srcId="{F274948C-8D7F-4E23-A200-D66871308175}" destId="{F286DBA6-05C5-4EB0-9FC3-A37BD2EE85F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5CA4D2-35AA-4A2D-A97C-E559205611F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F9C65A-7494-480E-AACA-CB1059D731B8}">
      <dgm:prSet/>
      <dgm:spPr/>
      <dgm:t>
        <a:bodyPr/>
        <a:lstStyle/>
        <a:p>
          <a:r>
            <a:rPr lang="ru-RU"/>
            <a:t>Высокое потребление оперативной памяти.</a:t>
          </a:r>
          <a:endParaRPr lang="en-US"/>
        </a:p>
      </dgm:t>
    </dgm:pt>
    <dgm:pt modelId="{340BCF8B-9BF7-49D1-80CC-0024A58D7EA1}" type="parTrans" cxnId="{B816EA7C-019B-40FE-809D-6CEEA69EDE69}">
      <dgm:prSet/>
      <dgm:spPr/>
      <dgm:t>
        <a:bodyPr/>
        <a:lstStyle/>
        <a:p>
          <a:endParaRPr lang="en-US"/>
        </a:p>
      </dgm:t>
    </dgm:pt>
    <dgm:pt modelId="{ECE71A40-AE1B-4F71-825A-C9DC05E1E380}" type="sibTrans" cxnId="{B816EA7C-019B-40FE-809D-6CEEA69EDE69}">
      <dgm:prSet/>
      <dgm:spPr/>
      <dgm:t>
        <a:bodyPr/>
        <a:lstStyle/>
        <a:p>
          <a:endParaRPr lang="en-US"/>
        </a:p>
      </dgm:t>
    </dgm:pt>
    <dgm:pt modelId="{155F90D4-05B1-434B-A4B6-9EE608F4E0D4}">
      <dgm:prSet/>
      <dgm:spPr/>
      <dgm:t>
        <a:bodyPr/>
        <a:lstStyle/>
        <a:p>
          <a:r>
            <a:rPr lang="ru-RU"/>
            <a:t>Сложность отладки распределённых задач.</a:t>
          </a:r>
          <a:endParaRPr lang="en-US"/>
        </a:p>
      </dgm:t>
    </dgm:pt>
    <dgm:pt modelId="{4564C4BA-5D82-4758-9614-314E3B1C486A}" type="parTrans" cxnId="{77922E68-05E0-4A8E-B18E-8155F360AF89}">
      <dgm:prSet/>
      <dgm:spPr/>
      <dgm:t>
        <a:bodyPr/>
        <a:lstStyle/>
        <a:p>
          <a:endParaRPr lang="en-US"/>
        </a:p>
      </dgm:t>
    </dgm:pt>
    <dgm:pt modelId="{A25EDB33-E650-4DDC-8F4D-53842765ECD4}" type="sibTrans" cxnId="{77922E68-05E0-4A8E-B18E-8155F360AF89}">
      <dgm:prSet/>
      <dgm:spPr/>
      <dgm:t>
        <a:bodyPr/>
        <a:lstStyle/>
        <a:p>
          <a:endParaRPr lang="en-US"/>
        </a:p>
      </dgm:t>
    </dgm:pt>
    <dgm:pt modelId="{29F6B895-721D-4DD5-B7AB-D4ADFC4A5685}">
      <dgm:prSet/>
      <dgm:spPr/>
      <dgm:t>
        <a:bodyPr/>
        <a:lstStyle/>
        <a:p>
          <a:r>
            <a:rPr lang="ru-RU"/>
            <a:t>Требует тщательного управления ресурсами.</a:t>
          </a:r>
          <a:endParaRPr lang="en-US"/>
        </a:p>
      </dgm:t>
    </dgm:pt>
    <dgm:pt modelId="{3BFC5B48-E0F1-4000-A1EA-48B510AE6147}" type="parTrans" cxnId="{D06704D6-5C1F-4CBC-9E17-3F0D39DEFB2C}">
      <dgm:prSet/>
      <dgm:spPr/>
      <dgm:t>
        <a:bodyPr/>
        <a:lstStyle/>
        <a:p>
          <a:endParaRPr lang="en-US"/>
        </a:p>
      </dgm:t>
    </dgm:pt>
    <dgm:pt modelId="{51CD03DF-F82D-40E9-BAE7-3A81CE1C4617}" type="sibTrans" cxnId="{D06704D6-5C1F-4CBC-9E17-3F0D39DEFB2C}">
      <dgm:prSet/>
      <dgm:spPr/>
      <dgm:t>
        <a:bodyPr/>
        <a:lstStyle/>
        <a:p>
          <a:endParaRPr lang="en-US"/>
        </a:p>
      </dgm:t>
    </dgm:pt>
    <dgm:pt modelId="{A286BB13-6528-4A51-83E0-0EF0B9792C45}">
      <dgm:prSet/>
      <dgm:spPr/>
      <dgm:t>
        <a:bodyPr/>
        <a:lstStyle/>
        <a:p>
          <a:r>
            <a:rPr lang="ru-RU"/>
            <a:t>Не подходит для OLTP-нагрузок (только аналитика).</a:t>
          </a:r>
          <a:endParaRPr lang="en-US"/>
        </a:p>
      </dgm:t>
    </dgm:pt>
    <dgm:pt modelId="{81D05B80-BE23-4A4A-83E9-FBCFD5B118A6}" type="parTrans" cxnId="{6C1EED76-8EF5-4D2E-A023-978E82F5C384}">
      <dgm:prSet/>
      <dgm:spPr/>
      <dgm:t>
        <a:bodyPr/>
        <a:lstStyle/>
        <a:p>
          <a:endParaRPr lang="en-US"/>
        </a:p>
      </dgm:t>
    </dgm:pt>
    <dgm:pt modelId="{0ABCDF56-4165-413C-A7A1-ACF05FC0BC4E}" type="sibTrans" cxnId="{6C1EED76-8EF5-4D2E-A023-978E82F5C384}">
      <dgm:prSet/>
      <dgm:spPr/>
      <dgm:t>
        <a:bodyPr/>
        <a:lstStyle/>
        <a:p>
          <a:endParaRPr lang="en-US"/>
        </a:p>
      </dgm:t>
    </dgm:pt>
    <dgm:pt modelId="{0F935EB2-C85E-4E9A-B438-96CD829641FE}" type="pres">
      <dgm:prSet presAssocID="{8C5CA4D2-35AA-4A2D-A97C-E559205611FA}" presName="linear" presStyleCnt="0">
        <dgm:presLayoutVars>
          <dgm:animLvl val="lvl"/>
          <dgm:resizeHandles val="exact"/>
        </dgm:presLayoutVars>
      </dgm:prSet>
      <dgm:spPr/>
    </dgm:pt>
    <dgm:pt modelId="{A8048A3A-2792-4AAC-A417-7869E0C898F9}" type="pres">
      <dgm:prSet presAssocID="{B8F9C65A-7494-480E-AACA-CB1059D731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C67120-279A-408A-B710-E05B76BF8230}" type="pres">
      <dgm:prSet presAssocID="{ECE71A40-AE1B-4F71-825A-C9DC05E1E380}" presName="spacer" presStyleCnt="0"/>
      <dgm:spPr/>
    </dgm:pt>
    <dgm:pt modelId="{84DF0A62-50C5-4016-8420-CA237FB76F82}" type="pres">
      <dgm:prSet presAssocID="{155F90D4-05B1-434B-A4B6-9EE608F4E0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93931B-3534-40D4-9287-A6010BBA8675}" type="pres">
      <dgm:prSet presAssocID="{A25EDB33-E650-4DDC-8F4D-53842765ECD4}" presName="spacer" presStyleCnt="0"/>
      <dgm:spPr/>
    </dgm:pt>
    <dgm:pt modelId="{A076A9FF-A05E-49ED-861E-E3D88A02419F}" type="pres">
      <dgm:prSet presAssocID="{29F6B895-721D-4DD5-B7AB-D4ADFC4A568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40100AB-BA3D-4339-A69B-116FD94B6085}" type="pres">
      <dgm:prSet presAssocID="{51CD03DF-F82D-40E9-BAE7-3A81CE1C4617}" presName="spacer" presStyleCnt="0"/>
      <dgm:spPr/>
    </dgm:pt>
    <dgm:pt modelId="{B986C69E-7F6B-4EF1-A473-C3B81CB0C9D6}" type="pres">
      <dgm:prSet presAssocID="{A286BB13-6528-4A51-83E0-0EF0B9792C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9D9570F-89B9-43CF-86A8-C0D5F19FA30A}" type="presOf" srcId="{29F6B895-721D-4DD5-B7AB-D4ADFC4A5685}" destId="{A076A9FF-A05E-49ED-861E-E3D88A02419F}" srcOrd="0" destOrd="0" presId="urn:microsoft.com/office/officeart/2005/8/layout/vList2"/>
    <dgm:cxn modelId="{0452502A-6BE9-4AE4-A4FA-66DDAAC6373B}" type="presOf" srcId="{B8F9C65A-7494-480E-AACA-CB1059D731B8}" destId="{A8048A3A-2792-4AAC-A417-7869E0C898F9}" srcOrd="0" destOrd="0" presId="urn:microsoft.com/office/officeart/2005/8/layout/vList2"/>
    <dgm:cxn modelId="{006E765C-D278-4B45-8772-5FCB7054469D}" type="presOf" srcId="{155F90D4-05B1-434B-A4B6-9EE608F4E0D4}" destId="{84DF0A62-50C5-4016-8420-CA237FB76F82}" srcOrd="0" destOrd="0" presId="urn:microsoft.com/office/officeart/2005/8/layout/vList2"/>
    <dgm:cxn modelId="{22F9A363-330F-429C-83E7-34A02EE86AB4}" type="presOf" srcId="{A286BB13-6528-4A51-83E0-0EF0B9792C45}" destId="{B986C69E-7F6B-4EF1-A473-C3B81CB0C9D6}" srcOrd="0" destOrd="0" presId="urn:microsoft.com/office/officeart/2005/8/layout/vList2"/>
    <dgm:cxn modelId="{77922E68-05E0-4A8E-B18E-8155F360AF89}" srcId="{8C5CA4D2-35AA-4A2D-A97C-E559205611FA}" destId="{155F90D4-05B1-434B-A4B6-9EE608F4E0D4}" srcOrd="1" destOrd="0" parTransId="{4564C4BA-5D82-4758-9614-314E3B1C486A}" sibTransId="{A25EDB33-E650-4DDC-8F4D-53842765ECD4}"/>
    <dgm:cxn modelId="{6C1EED76-8EF5-4D2E-A023-978E82F5C384}" srcId="{8C5CA4D2-35AA-4A2D-A97C-E559205611FA}" destId="{A286BB13-6528-4A51-83E0-0EF0B9792C45}" srcOrd="3" destOrd="0" parTransId="{81D05B80-BE23-4A4A-83E9-FBCFD5B118A6}" sibTransId="{0ABCDF56-4165-413C-A7A1-ACF05FC0BC4E}"/>
    <dgm:cxn modelId="{B5F4A15A-B248-4C1E-B510-44D7D42F84F2}" type="presOf" srcId="{8C5CA4D2-35AA-4A2D-A97C-E559205611FA}" destId="{0F935EB2-C85E-4E9A-B438-96CD829641FE}" srcOrd="0" destOrd="0" presId="urn:microsoft.com/office/officeart/2005/8/layout/vList2"/>
    <dgm:cxn modelId="{B816EA7C-019B-40FE-809D-6CEEA69EDE69}" srcId="{8C5CA4D2-35AA-4A2D-A97C-E559205611FA}" destId="{B8F9C65A-7494-480E-AACA-CB1059D731B8}" srcOrd="0" destOrd="0" parTransId="{340BCF8B-9BF7-49D1-80CC-0024A58D7EA1}" sibTransId="{ECE71A40-AE1B-4F71-825A-C9DC05E1E380}"/>
    <dgm:cxn modelId="{D06704D6-5C1F-4CBC-9E17-3F0D39DEFB2C}" srcId="{8C5CA4D2-35AA-4A2D-A97C-E559205611FA}" destId="{29F6B895-721D-4DD5-B7AB-D4ADFC4A5685}" srcOrd="2" destOrd="0" parTransId="{3BFC5B48-E0F1-4000-A1EA-48B510AE6147}" sibTransId="{51CD03DF-F82D-40E9-BAE7-3A81CE1C4617}"/>
    <dgm:cxn modelId="{45289752-CA0F-4F14-86B5-C6AE14FA2E22}" type="presParOf" srcId="{0F935EB2-C85E-4E9A-B438-96CD829641FE}" destId="{A8048A3A-2792-4AAC-A417-7869E0C898F9}" srcOrd="0" destOrd="0" presId="urn:microsoft.com/office/officeart/2005/8/layout/vList2"/>
    <dgm:cxn modelId="{3360404E-C3BD-467C-B74E-5D6668320DD5}" type="presParOf" srcId="{0F935EB2-C85E-4E9A-B438-96CD829641FE}" destId="{F6C67120-279A-408A-B710-E05B76BF8230}" srcOrd="1" destOrd="0" presId="urn:microsoft.com/office/officeart/2005/8/layout/vList2"/>
    <dgm:cxn modelId="{DBEC1479-827A-41F3-BADD-A3CCD0C81E7B}" type="presParOf" srcId="{0F935EB2-C85E-4E9A-B438-96CD829641FE}" destId="{84DF0A62-50C5-4016-8420-CA237FB76F82}" srcOrd="2" destOrd="0" presId="urn:microsoft.com/office/officeart/2005/8/layout/vList2"/>
    <dgm:cxn modelId="{DB54CBA0-ADE3-4783-BD53-5DAAFA7E0986}" type="presParOf" srcId="{0F935EB2-C85E-4E9A-B438-96CD829641FE}" destId="{B393931B-3534-40D4-9287-A6010BBA8675}" srcOrd="3" destOrd="0" presId="urn:microsoft.com/office/officeart/2005/8/layout/vList2"/>
    <dgm:cxn modelId="{BE6DFBC9-0151-4F97-BB53-CB34306E969F}" type="presParOf" srcId="{0F935EB2-C85E-4E9A-B438-96CD829641FE}" destId="{A076A9FF-A05E-49ED-861E-E3D88A02419F}" srcOrd="4" destOrd="0" presId="urn:microsoft.com/office/officeart/2005/8/layout/vList2"/>
    <dgm:cxn modelId="{968C238F-1262-432A-B902-5964BE948525}" type="presParOf" srcId="{0F935EB2-C85E-4E9A-B438-96CD829641FE}" destId="{540100AB-BA3D-4339-A69B-116FD94B6085}" srcOrd="5" destOrd="0" presId="urn:microsoft.com/office/officeart/2005/8/layout/vList2"/>
    <dgm:cxn modelId="{2D546892-7460-4E39-9379-42A7391991CB}" type="presParOf" srcId="{0F935EB2-C85E-4E9A-B438-96CD829641FE}" destId="{B986C69E-7F6B-4EF1-A473-C3B81CB0C9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23BC43-536B-49DF-8304-E35DB03579FF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527AC0-C31E-4E46-8392-E4A6A3F61135}">
      <dgm:prSet/>
      <dgm:spPr/>
      <dgm:t>
        <a:bodyPr/>
        <a:lstStyle/>
        <a:p>
          <a:r>
            <a:rPr lang="ru-RU"/>
            <a:t>Apache Spark — де-факто стандарт в Big Data экосистеме.</a:t>
          </a:r>
          <a:endParaRPr lang="en-US"/>
        </a:p>
      </dgm:t>
    </dgm:pt>
    <dgm:pt modelId="{0CB2BF6F-ADA3-42F1-99C9-795DBB19F432}" type="parTrans" cxnId="{1C13994F-C38F-4434-A3BD-F421C1630C25}">
      <dgm:prSet/>
      <dgm:spPr/>
      <dgm:t>
        <a:bodyPr/>
        <a:lstStyle/>
        <a:p>
          <a:endParaRPr lang="en-US"/>
        </a:p>
      </dgm:t>
    </dgm:pt>
    <dgm:pt modelId="{C2384115-01CF-47C4-A273-DA112DB427A0}" type="sibTrans" cxnId="{1C13994F-C38F-4434-A3BD-F421C1630C25}">
      <dgm:prSet/>
      <dgm:spPr/>
      <dgm:t>
        <a:bodyPr/>
        <a:lstStyle/>
        <a:p>
          <a:endParaRPr lang="en-US"/>
        </a:p>
      </dgm:t>
    </dgm:pt>
    <dgm:pt modelId="{173A43BC-A7B9-4209-AE97-4A35D20C0727}">
      <dgm:prSet/>
      <dgm:spPr/>
      <dgm:t>
        <a:bodyPr/>
        <a:lstStyle/>
        <a:p>
          <a:r>
            <a:rPr lang="ru-RU"/>
            <a:t>Идеален для задач аналитики, машинного обучения и потоковой обработки.</a:t>
          </a:r>
          <a:endParaRPr lang="en-US"/>
        </a:p>
      </dgm:t>
    </dgm:pt>
    <dgm:pt modelId="{7E5AB9C2-A249-4906-A86C-95A8D20E8E2A}" type="parTrans" cxnId="{3267D541-5155-464F-8134-CA25DF63529E}">
      <dgm:prSet/>
      <dgm:spPr/>
      <dgm:t>
        <a:bodyPr/>
        <a:lstStyle/>
        <a:p>
          <a:endParaRPr lang="en-US"/>
        </a:p>
      </dgm:t>
    </dgm:pt>
    <dgm:pt modelId="{0A90F48F-346A-45C1-ACD2-6D3B301F4008}" type="sibTrans" cxnId="{3267D541-5155-464F-8134-CA25DF63529E}">
      <dgm:prSet/>
      <dgm:spPr/>
      <dgm:t>
        <a:bodyPr/>
        <a:lstStyle/>
        <a:p>
          <a:endParaRPr lang="en-US"/>
        </a:p>
      </dgm:t>
    </dgm:pt>
    <dgm:pt modelId="{F1714864-91FC-437D-B85B-ABF51C08CE20}">
      <dgm:prSet/>
      <dgm:spPr/>
      <dgm:t>
        <a:bodyPr/>
        <a:lstStyle/>
        <a:p>
          <a:r>
            <a:rPr lang="ru-RU"/>
            <a:t>Интегрируется с Hadoop, Kafka, AWS, Docker и Kubernetes.</a:t>
          </a:r>
          <a:endParaRPr lang="en-US"/>
        </a:p>
      </dgm:t>
    </dgm:pt>
    <dgm:pt modelId="{8549AE4F-65CE-48F5-A322-46EBDAD7F52B}" type="parTrans" cxnId="{417E57C0-D407-4E27-B98A-BB8ACCD68B71}">
      <dgm:prSet/>
      <dgm:spPr/>
      <dgm:t>
        <a:bodyPr/>
        <a:lstStyle/>
        <a:p>
          <a:endParaRPr lang="en-US"/>
        </a:p>
      </dgm:t>
    </dgm:pt>
    <dgm:pt modelId="{9FADB037-3883-47D2-B772-240F2A87E3D1}" type="sibTrans" cxnId="{417E57C0-D407-4E27-B98A-BB8ACCD68B71}">
      <dgm:prSet/>
      <dgm:spPr/>
      <dgm:t>
        <a:bodyPr/>
        <a:lstStyle/>
        <a:p>
          <a:endParaRPr lang="en-US"/>
        </a:p>
      </dgm:t>
    </dgm:pt>
    <dgm:pt modelId="{B6576EF8-3F32-471A-A9B3-4CF0BD96DB2B}">
      <dgm:prSet/>
      <dgm:spPr/>
      <dgm:t>
        <a:bodyPr/>
        <a:lstStyle/>
        <a:p>
          <a:r>
            <a:rPr lang="ru-RU"/>
            <a:t>Ключ к масштабируемой обработке данных в современных приложениях.</a:t>
          </a:r>
          <a:endParaRPr lang="en-US"/>
        </a:p>
      </dgm:t>
    </dgm:pt>
    <dgm:pt modelId="{BE5395BA-73E3-414C-A282-9E5301C06B62}" type="parTrans" cxnId="{CACF9E69-BB3C-4589-B076-E09BF10D5D1C}">
      <dgm:prSet/>
      <dgm:spPr/>
      <dgm:t>
        <a:bodyPr/>
        <a:lstStyle/>
        <a:p>
          <a:endParaRPr lang="en-US"/>
        </a:p>
      </dgm:t>
    </dgm:pt>
    <dgm:pt modelId="{04CB2BBA-6803-47EB-98D6-39A40D3DFFCC}" type="sibTrans" cxnId="{CACF9E69-BB3C-4589-B076-E09BF10D5D1C}">
      <dgm:prSet/>
      <dgm:spPr/>
      <dgm:t>
        <a:bodyPr/>
        <a:lstStyle/>
        <a:p>
          <a:endParaRPr lang="en-US"/>
        </a:p>
      </dgm:t>
    </dgm:pt>
    <dgm:pt modelId="{C71D63B2-E281-4FEF-A6F3-63F87BDDD54C}" type="pres">
      <dgm:prSet presAssocID="{D223BC43-536B-49DF-8304-E35DB03579FF}" presName="matrix" presStyleCnt="0">
        <dgm:presLayoutVars>
          <dgm:chMax val="1"/>
          <dgm:dir/>
          <dgm:resizeHandles val="exact"/>
        </dgm:presLayoutVars>
      </dgm:prSet>
      <dgm:spPr/>
    </dgm:pt>
    <dgm:pt modelId="{3E7E9A4A-25B7-4121-994D-48E521C41EBF}" type="pres">
      <dgm:prSet presAssocID="{D223BC43-536B-49DF-8304-E35DB03579FF}" presName="diamond" presStyleLbl="bgShp" presStyleIdx="0" presStyleCnt="1"/>
      <dgm:spPr/>
    </dgm:pt>
    <dgm:pt modelId="{91B6647F-3877-4EF6-9237-1F4B6A968DA1}" type="pres">
      <dgm:prSet presAssocID="{D223BC43-536B-49DF-8304-E35DB03579F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EAE2675-4C99-47CC-B6D7-2638D4096249}" type="pres">
      <dgm:prSet presAssocID="{D223BC43-536B-49DF-8304-E35DB03579F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85933E5-D261-49CE-A6F6-04B73FA369D2}" type="pres">
      <dgm:prSet presAssocID="{D223BC43-536B-49DF-8304-E35DB03579F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B86FEB-76F4-4206-A6C9-E4A86BA02898}" type="pres">
      <dgm:prSet presAssocID="{D223BC43-536B-49DF-8304-E35DB03579F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2FF7A30-56EB-4EF5-B807-759E3EEB843F}" type="presOf" srcId="{F1714864-91FC-437D-B85B-ABF51C08CE20}" destId="{285933E5-D261-49CE-A6F6-04B73FA369D2}" srcOrd="0" destOrd="0" presId="urn:microsoft.com/office/officeart/2005/8/layout/matrix3"/>
    <dgm:cxn modelId="{3267D541-5155-464F-8134-CA25DF63529E}" srcId="{D223BC43-536B-49DF-8304-E35DB03579FF}" destId="{173A43BC-A7B9-4209-AE97-4A35D20C0727}" srcOrd="1" destOrd="0" parTransId="{7E5AB9C2-A249-4906-A86C-95A8D20E8E2A}" sibTransId="{0A90F48F-346A-45C1-ACD2-6D3B301F4008}"/>
    <dgm:cxn modelId="{A08D8F69-F236-4918-8A7E-3348B748E10E}" type="presOf" srcId="{78527AC0-C31E-4E46-8392-E4A6A3F61135}" destId="{91B6647F-3877-4EF6-9237-1F4B6A968DA1}" srcOrd="0" destOrd="0" presId="urn:microsoft.com/office/officeart/2005/8/layout/matrix3"/>
    <dgm:cxn modelId="{CACF9E69-BB3C-4589-B076-E09BF10D5D1C}" srcId="{D223BC43-536B-49DF-8304-E35DB03579FF}" destId="{B6576EF8-3F32-471A-A9B3-4CF0BD96DB2B}" srcOrd="3" destOrd="0" parTransId="{BE5395BA-73E3-414C-A282-9E5301C06B62}" sibTransId="{04CB2BBA-6803-47EB-98D6-39A40D3DFFCC}"/>
    <dgm:cxn modelId="{1C13994F-C38F-4434-A3BD-F421C1630C25}" srcId="{D223BC43-536B-49DF-8304-E35DB03579FF}" destId="{78527AC0-C31E-4E46-8392-E4A6A3F61135}" srcOrd="0" destOrd="0" parTransId="{0CB2BF6F-ADA3-42F1-99C9-795DBB19F432}" sibTransId="{C2384115-01CF-47C4-A273-DA112DB427A0}"/>
    <dgm:cxn modelId="{45D48C7E-C483-4749-81D5-4F96D870B3BD}" type="presOf" srcId="{D223BC43-536B-49DF-8304-E35DB03579FF}" destId="{C71D63B2-E281-4FEF-A6F3-63F87BDDD54C}" srcOrd="0" destOrd="0" presId="urn:microsoft.com/office/officeart/2005/8/layout/matrix3"/>
    <dgm:cxn modelId="{7C96507F-9557-4C25-892F-9A86C627D987}" type="presOf" srcId="{173A43BC-A7B9-4209-AE97-4A35D20C0727}" destId="{5EAE2675-4C99-47CC-B6D7-2638D4096249}" srcOrd="0" destOrd="0" presId="urn:microsoft.com/office/officeart/2005/8/layout/matrix3"/>
    <dgm:cxn modelId="{08175BA9-D869-4F13-9E1E-C9EC55668146}" type="presOf" srcId="{B6576EF8-3F32-471A-A9B3-4CF0BD96DB2B}" destId="{0EB86FEB-76F4-4206-A6C9-E4A86BA02898}" srcOrd="0" destOrd="0" presId="urn:microsoft.com/office/officeart/2005/8/layout/matrix3"/>
    <dgm:cxn modelId="{417E57C0-D407-4E27-B98A-BB8ACCD68B71}" srcId="{D223BC43-536B-49DF-8304-E35DB03579FF}" destId="{F1714864-91FC-437D-B85B-ABF51C08CE20}" srcOrd="2" destOrd="0" parTransId="{8549AE4F-65CE-48F5-A322-46EBDAD7F52B}" sibTransId="{9FADB037-3883-47D2-B772-240F2A87E3D1}"/>
    <dgm:cxn modelId="{7F007171-773F-4955-B64E-1D636955FB26}" type="presParOf" srcId="{C71D63B2-E281-4FEF-A6F3-63F87BDDD54C}" destId="{3E7E9A4A-25B7-4121-994D-48E521C41EBF}" srcOrd="0" destOrd="0" presId="urn:microsoft.com/office/officeart/2005/8/layout/matrix3"/>
    <dgm:cxn modelId="{1341AFCF-5232-4BFC-AEA7-4D88312D6E13}" type="presParOf" srcId="{C71D63B2-E281-4FEF-A6F3-63F87BDDD54C}" destId="{91B6647F-3877-4EF6-9237-1F4B6A968DA1}" srcOrd="1" destOrd="0" presId="urn:microsoft.com/office/officeart/2005/8/layout/matrix3"/>
    <dgm:cxn modelId="{3D0FD2AE-5FE6-44D0-9C3A-96ED19178E78}" type="presParOf" srcId="{C71D63B2-E281-4FEF-A6F3-63F87BDDD54C}" destId="{5EAE2675-4C99-47CC-B6D7-2638D4096249}" srcOrd="2" destOrd="0" presId="urn:microsoft.com/office/officeart/2005/8/layout/matrix3"/>
    <dgm:cxn modelId="{B433199C-FEDD-48A2-B71D-87636A27DF60}" type="presParOf" srcId="{C71D63B2-E281-4FEF-A6F3-63F87BDDD54C}" destId="{285933E5-D261-49CE-A6F6-04B73FA369D2}" srcOrd="3" destOrd="0" presId="urn:microsoft.com/office/officeart/2005/8/layout/matrix3"/>
    <dgm:cxn modelId="{5B59810E-CD97-4A9A-87A0-69DAE31B53CB}" type="presParOf" srcId="{C71D63B2-E281-4FEF-A6F3-63F87BDDD54C}" destId="{0EB86FEB-76F4-4206-A6C9-E4A86BA0289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22FFF-7B6E-43F8-85B4-123C2D09A880}">
      <dsp:nvSpPr>
        <dsp:cNvPr id="0" name=""/>
        <dsp:cNvSpPr/>
      </dsp:nvSpPr>
      <dsp:spPr>
        <a:xfrm>
          <a:off x="0" y="9805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Apache Spark — это open-source фреймворк для распределённой обработки больших объёмов данных.</a:t>
          </a:r>
          <a:endParaRPr lang="en-US" sz="2300" kern="1200"/>
        </a:p>
      </dsp:txBody>
      <dsp:txXfrm>
        <a:off x="61741" y="159800"/>
        <a:ext cx="6543351" cy="1141288"/>
      </dsp:txXfrm>
    </dsp:sp>
    <dsp:sp modelId="{0951A090-9E60-4363-B54E-96207AC94635}">
      <dsp:nvSpPr>
        <dsp:cNvPr id="0" name=""/>
        <dsp:cNvSpPr/>
      </dsp:nvSpPr>
      <dsp:spPr>
        <a:xfrm>
          <a:off x="0" y="142906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Разработан в UC Berkeley (AMPLab), выпущен в 2010 г., стал частью Apache в 2013 г.</a:t>
          </a:r>
          <a:endParaRPr lang="en-US" sz="2300" kern="1200"/>
        </a:p>
      </dsp:txBody>
      <dsp:txXfrm>
        <a:off x="61741" y="1490810"/>
        <a:ext cx="6543351" cy="1141288"/>
      </dsp:txXfrm>
    </dsp:sp>
    <dsp:sp modelId="{C7E0E28E-F8EE-4DC8-AFAE-329C5E44E416}">
      <dsp:nvSpPr>
        <dsp:cNvPr id="0" name=""/>
        <dsp:cNvSpPr/>
      </dsp:nvSpPr>
      <dsp:spPr>
        <a:xfrm>
          <a:off x="0" y="276008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Основное преимущество: скорость благодаря in-memory вычислениям.</a:t>
          </a:r>
          <a:endParaRPr lang="en-US" sz="2300" kern="1200"/>
        </a:p>
      </dsp:txBody>
      <dsp:txXfrm>
        <a:off x="61741" y="2821821"/>
        <a:ext cx="6543351" cy="1141288"/>
      </dsp:txXfrm>
    </dsp:sp>
    <dsp:sp modelId="{40697E42-896C-4121-9C5D-7241D89385BE}">
      <dsp:nvSpPr>
        <dsp:cNvPr id="0" name=""/>
        <dsp:cNvSpPr/>
      </dsp:nvSpPr>
      <dsp:spPr>
        <a:xfrm>
          <a:off x="0" y="409109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Поддерживает языки: Scala, Java, Python, R.</a:t>
          </a:r>
          <a:endParaRPr lang="en-US" sz="2300" kern="1200"/>
        </a:p>
      </dsp:txBody>
      <dsp:txXfrm>
        <a:off x="61741" y="4152831"/>
        <a:ext cx="6543351" cy="1141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B14A6-B8D6-4A7E-A364-B7358F9EEEE9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D6E46-FCAD-40D0-8907-B3734C487F67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Driver Program — управляет выполнением приложения.</a:t>
          </a:r>
          <a:endParaRPr lang="en-US" sz="1500" kern="1200"/>
        </a:p>
      </dsp:txBody>
      <dsp:txXfrm>
        <a:off x="3845652" y="478140"/>
        <a:ext cx="1475545" cy="1475545"/>
      </dsp:txXfrm>
    </dsp:sp>
    <dsp:sp modelId="{0DFE2317-F4EB-45FA-B26A-969B8CE2E5F5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Cluster Manager — выделяет ресурсы (Standalone, YARN, Kubernetes).</a:t>
          </a:r>
          <a:endParaRPr lang="en-US" sz="1500" kern="1200"/>
        </a:p>
      </dsp:txBody>
      <dsp:txXfrm>
        <a:off x="5606630" y="478140"/>
        <a:ext cx="1475545" cy="1475545"/>
      </dsp:txXfrm>
    </dsp:sp>
    <dsp:sp modelId="{17B128DA-B561-4EBF-B1B9-F5779A724B94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Executor — выполняет задачи на узлах кластера, хранит данные в памяти.</a:t>
          </a:r>
          <a:endParaRPr lang="en-US" sz="1500" kern="1200"/>
        </a:p>
      </dsp:txBody>
      <dsp:txXfrm>
        <a:off x="3845652" y="2239118"/>
        <a:ext cx="1475545" cy="1475545"/>
      </dsp:txXfrm>
    </dsp:sp>
    <dsp:sp modelId="{0F666136-15C5-437B-9FEA-E178F44CD9F6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Основная абстракция: Resilient Distributed Dataset (RDD).</a:t>
          </a:r>
          <a:endParaRPr lang="en-US" sz="1500" kern="1200"/>
        </a:p>
      </dsp:txBody>
      <dsp:txXfrm>
        <a:off x="5606630" y="2239118"/>
        <a:ext cx="1475545" cy="1475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A94C0-174B-417F-B0A7-A6A2680568E3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Высокая производительность (in-memory processing).</a:t>
          </a:r>
          <a:endParaRPr lang="en-US" sz="3200" kern="1200"/>
        </a:p>
      </dsp:txBody>
      <dsp:txXfrm>
        <a:off x="62141" y="104940"/>
        <a:ext cx="6542551" cy="1148678"/>
      </dsp:txXfrm>
    </dsp:sp>
    <dsp:sp modelId="{072E53A3-6DF4-4294-B561-3BBEE4CA4807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Универсальность: пакетная, потоковая, ML-обработка.</a:t>
          </a:r>
          <a:endParaRPr lang="en-US" sz="3200" kern="1200"/>
        </a:p>
      </dsp:txBody>
      <dsp:txXfrm>
        <a:off x="62141" y="1470060"/>
        <a:ext cx="6542551" cy="1148678"/>
      </dsp:txXfrm>
    </dsp:sp>
    <dsp:sp modelId="{E9F542B4-B055-4097-A06D-D3F2E9E411B1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Гибкое развертывание: локально, в облаке, на кластере.</a:t>
          </a:r>
          <a:endParaRPr lang="en-US" sz="3200" kern="1200"/>
        </a:p>
      </dsp:txBody>
      <dsp:txXfrm>
        <a:off x="62141" y="2835181"/>
        <a:ext cx="6542551" cy="1148678"/>
      </dsp:txXfrm>
    </dsp:sp>
    <dsp:sp modelId="{F286DBA6-05C5-4EB0-9FC3-A37BD2EE85F4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Активное сообщество и поддержка.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48A3A-2792-4AAC-A417-7869E0C898F9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Высокое потребление оперативной памяти.</a:t>
          </a:r>
          <a:endParaRPr lang="en-US" sz="3200" kern="1200"/>
        </a:p>
      </dsp:txBody>
      <dsp:txXfrm>
        <a:off x="62141" y="104940"/>
        <a:ext cx="6542551" cy="1148678"/>
      </dsp:txXfrm>
    </dsp:sp>
    <dsp:sp modelId="{84DF0A62-50C5-4016-8420-CA237FB76F82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Сложность отладки распределённых задач.</a:t>
          </a:r>
          <a:endParaRPr lang="en-US" sz="3200" kern="1200"/>
        </a:p>
      </dsp:txBody>
      <dsp:txXfrm>
        <a:off x="62141" y="1470060"/>
        <a:ext cx="6542551" cy="1148678"/>
      </dsp:txXfrm>
    </dsp:sp>
    <dsp:sp modelId="{A076A9FF-A05E-49ED-861E-E3D88A02419F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Требует тщательного управления ресурсами.</a:t>
          </a:r>
          <a:endParaRPr lang="en-US" sz="3200" kern="1200"/>
        </a:p>
      </dsp:txBody>
      <dsp:txXfrm>
        <a:off x="62141" y="2835181"/>
        <a:ext cx="6542551" cy="1148678"/>
      </dsp:txXfrm>
    </dsp:sp>
    <dsp:sp modelId="{B986C69E-7F6B-4EF1-A473-C3B81CB0C9D6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Не подходит для OLTP-нагрузок (только аналитика).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E9A4A-25B7-4121-994D-48E521C41EBF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1B6647F-3877-4EF6-9237-1F4B6A968DA1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Apache Spark — де-факто стандарт в Big Data экосистеме.</a:t>
          </a:r>
          <a:endParaRPr lang="en-US" sz="1700" kern="1200"/>
        </a:p>
      </dsp:txBody>
      <dsp:txXfrm>
        <a:off x="1228411" y="621955"/>
        <a:ext cx="1919362" cy="1919362"/>
      </dsp:txXfrm>
    </dsp:sp>
    <dsp:sp modelId="{5EAE2675-4C99-47CC-B6D7-2638D4096249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Идеален для задач аналитики, машинного обучения и потоковой обработки.</a:t>
          </a:r>
          <a:endParaRPr lang="en-US" sz="1700" kern="1200"/>
        </a:p>
      </dsp:txBody>
      <dsp:txXfrm>
        <a:off x="3519058" y="621955"/>
        <a:ext cx="1919362" cy="1919362"/>
      </dsp:txXfrm>
    </dsp:sp>
    <dsp:sp modelId="{285933E5-D261-49CE-A6F6-04B73FA369D2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Интегрируется с Hadoop, Kafka, AWS, Docker и Kubernetes.</a:t>
          </a:r>
          <a:endParaRPr lang="en-US" sz="1700" kern="1200"/>
        </a:p>
      </dsp:txBody>
      <dsp:txXfrm>
        <a:off x="1228411" y="2912601"/>
        <a:ext cx="1919362" cy="1919362"/>
      </dsp:txXfrm>
    </dsp:sp>
    <dsp:sp modelId="{0EB86FEB-76F4-4206-A6C9-E4A86BA02898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Ключ к масштабируемой обработке данных в современных приложениях.</a:t>
          </a:r>
          <a:endParaRPr lang="en-US" sz="1700" kern="1200"/>
        </a:p>
      </dsp:txBody>
      <dsp:txXfrm>
        <a:off x="3519058" y="2912601"/>
        <a:ext cx="1919362" cy="1919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ru-RU" sz="4800">
                <a:solidFill>
                  <a:srgbClr val="FFFFFF"/>
                </a:solidFill>
                <a:ea typeface="+mj-lt"/>
                <a:cs typeface="+mj-lt"/>
              </a:rPr>
              <a:t>Apache Spark</a:t>
            </a:r>
            <a:br>
              <a:rPr lang="ru-RU" sz="480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ru-RU" sz="4800">
                <a:solidFill>
                  <a:srgbClr val="FFFFFF"/>
                </a:solidFill>
                <a:ea typeface="+mj-lt"/>
                <a:cs typeface="+mj-lt"/>
              </a:rPr>
              <a:t>Мощная платформа для обработки больших данных</a:t>
            </a:r>
            <a:endParaRPr lang="ru-RU" sz="4800">
              <a:solidFill>
                <a:srgbClr val="FFFFFF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500">
                <a:solidFill>
                  <a:srgbClr val="FFFFFF"/>
                </a:solidFill>
              </a:rPr>
              <a:t>Ляхов Тимофей</a:t>
            </a:r>
            <a:br>
              <a:rPr lang="ru-RU" sz="1500">
                <a:solidFill>
                  <a:srgbClr val="FFFFFF"/>
                </a:solidFill>
              </a:rPr>
            </a:br>
            <a:r>
              <a:rPr lang="ru-RU" sz="1500">
                <a:solidFill>
                  <a:srgbClr val="FFFFFF"/>
                </a:solidFill>
              </a:rPr>
              <a:t>Абаренова Дарья</a:t>
            </a:r>
          </a:p>
          <a:p>
            <a:r>
              <a:rPr lang="ru-RU" sz="1500">
                <a:solidFill>
                  <a:srgbClr val="FFFFFF"/>
                </a:solidFill>
              </a:rPr>
              <a:t>ИКБО-06-22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A7F9E-C6F4-3A0F-E79C-B73DAC61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4000">
                <a:solidFill>
                  <a:srgbClr val="FFFFFF"/>
                </a:solidFill>
                <a:ea typeface="+mj-lt"/>
                <a:cs typeface="+mj-lt"/>
              </a:rPr>
              <a:t>Что такое Apache Spark?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98247ECC-1331-E52B-2982-6A055C7D70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26704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42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BB49D1-79F3-DB25-C5F0-9AC25C8F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Почему Spark? Сравнение с Hadoop MapReduce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0682CE1D-7F90-5C37-E61A-50218E4F6B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865297"/>
          <a:ext cx="10927830" cy="319077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676193">
                  <a:extLst>
                    <a:ext uri="{9D8B030D-6E8A-4147-A177-3AD203B41FA5}">
                      <a16:colId xmlns:a16="http://schemas.microsoft.com/office/drawing/2014/main" val="171859568"/>
                    </a:ext>
                  </a:extLst>
                </a:gridCol>
                <a:gridCol w="3482109">
                  <a:extLst>
                    <a:ext uri="{9D8B030D-6E8A-4147-A177-3AD203B41FA5}">
                      <a16:colId xmlns:a16="http://schemas.microsoft.com/office/drawing/2014/main" val="2514971150"/>
                    </a:ext>
                  </a:extLst>
                </a:gridCol>
                <a:gridCol w="3769528">
                  <a:extLst>
                    <a:ext uri="{9D8B030D-6E8A-4147-A177-3AD203B41FA5}">
                      <a16:colId xmlns:a16="http://schemas.microsoft.com/office/drawing/2014/main" val="3292043351"/>
                    </a:ext>
                  </a:extLst>
                </a:gridCol>
              </a:tblGrid>
              <a:tr h="63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  <a:effectLst/>
                        </a:rPr>
                        <a:t>Hadoop MapReduce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  <a:effectLst/>
                        </a:rPr>
                        <a:t>Apache Spark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803369"/>
                  </a:ext>
                </a:extLst>
              </a:tr>
              <a:tr h="63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Модель вычислений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Дисковая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  <a:effectLst/>
                        </a:rPr>
                        <a:t>In-memory (</a:t>
                      </a: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до 100</a:t>
                      </a:r>
                      <a:r>
                        <a:rPr lang="af-ZA" sz="1700" cap="none" spc="0">
                          <a:solidFill>
                            <a:schemeClr val="tx1"/>
                          </a:solidFill>
                          <a:effectLst/>
                        </a:rPr>
                        <a:t>x </a:t>
                      </a: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быстрее)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878229"/>
                  </a:ext>
                </a:extLst>
              </a:tr>
              <a:tr h="63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Поддержка итераций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Нет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Да (</a:t>
                      </a:r>
                      <a:r>
                        <a:rPr lang="af-ZA" sz="1700" cap="none" spc="0">
                          <a:solidFill>
                            <a:schemeClr val="tx1"/>
                          </a:solidFill>
                          <a:effectLst/>
                        </a:rPr>
                        <a:t>ML, </a:t>
                      </a: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графы)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47581"/>
                  </a:ext>
                </a:extLst>
              </a:tr>
              <a:tr h="63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Интерактивность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Низкая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Высокая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237398"/>
                  </a:ext>
                </a:extLst>
              </a:tr>
              <a:tr h="63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  <a:effectLst/>
                        </a:rPr>
                        <a:t>API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Низкоуровневый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700" cap="none" spc="0">
                          <a:solidFill>
                            <a:schemeClr val="tx1"/>
                          </a:solidFill>
                          <a:effectLst/>
                        </a:rPr>
                        <a:t>Удобные высокоуровневые </a:t>
                      </a:r>
                      <a:r>
                        <a:rPr lang="af-ZA" sz="1700" cap="none" spc="0">
                          <a:solidFill>
                            <a:schemeClr val="tx1"/>
                          </a:solidFill>
                          <a:effectLst/>
                        </a:rPr>
                        <a:t>API</a:t>
                      </a:r>
                    </a:p>
                  </a:txBody>
                  <a:tcPr marL="172015" marR="172015" marT="172015" marB="1720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50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92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170AB-148A-4B08-AA00-5B8CCAAF9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ru-RU" sz="4000">
                <a:solidFill>
                  <a:srgbClr val="FFFFFF"/>
                </a:solidFill>
                <a:ea typeface="+mj-lt"/>
                <a:cs typeface="+mj-lt"/>
              </a:rPr>
              <a:t>Архитектура Spark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B13CD64D-AA17-F811-6E1E-92CDD70BC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5132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924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75BBE-8595-62B1-AE58-2DD5BD5DD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>
                <a:solidFill>
                  <a:srgbClr val="FFFFFF"/>
                </a:solidFill>
                <a:ea typeface="+mj-lt"/>
                <a:cs typeface="+mj-lt"/>
              </a:rPr>
              <a:t>Основные компоненты экосистемы Spark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D98617-B1B5-8D00-A14C-917E68D29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ea typeface="+mn-lt"/>
                <a:cs typeface="+mn-lt"/>
              </a:rPr>
              <a:t>Spark Core — базовая функциональность (RDD, планирование задач).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Spark SQL — работа с структурированными данными (DataFrame, SQL).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Spark Streaming — обработка потоков данных в реальном времени.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MLlib — библиотека машинного обучения.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GraphX — обработка графов.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765814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2082F-39E5-322E-2548-2AEE9070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ru-RU" sz="3600">
                <a:solidFill>
                  <a:schemeClr val="tx2"/>
                </a:solidFill>
                <a:ea typeface="+mj-lt"/>
                <a:cs typeface="+mj-lt"/>
              </a:rPr>
              <a:t>DataFrame и Spark SQL</a:t>
            </a:r>
            <a:endParaRPr lang="ru-RU" sz="3600">
              <a:solidFill>
                <a:schemeClr val="tx2"/>
              </a:solidFill>
            </a:endParaRPr>
          </a:p>
        </p:txBody>
      </p:sp>
      <p:pic>
        <p:nvPicPr>
          <p:cNvPr id="7" name="Graphic 6" descr="Компьютер">
            <a:extLst>
              <a:ext uri="{FF2B5EF4-FFF2-40B4-BE49-F238E27FC236}">
                <a16:creationId xmlns:a16="http://schemas.microsoft.com/office/drawing/2014/main" id="{DAEF9F71-13C4-9724-CB32-D65BE558D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10B86D00-8B91-833B-E12C-4F6E511DB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800" dirty="0" err="1">
                <a:solidFill>
                  <a:schemeClr val="tx2"/>
                </a:solidFill>
                <a:ea typeface="+mn-lt"/>
                <a:cs typeface="+mn-lt"/>
              </a:rPr>
              <a:t>DataFrame</a:t>
            </a:r>
            <a:r>
              <a:rPr lang="ru-RU" sz="1800" dirty="0">
                <a:solidFill>
                  <a:schemeClr val="tx2"/>
                </a:solidFill>
                <a:ea typeface="+mn-lt"/>
                <a:cs typeface="+mn-lt"/>
              </a:rPr>
              <a:t> — распределённая коллекция данных с именованными колонками (аналог таблицы).</a:t>
            </a:r>
            <a:endParaRPr lang="ru-RU" sz="1800" dirty="0">
              <a:solidFill>
                <a:schemeClr val="tx2"/>
              </a:solidFill>
            </a:endParaRPr>
          </a:p>
          <a:p>
            <a:r>
              <a:rPr lang="ru-RU" sz="1800" dirty="0">
                <a:solidFill>
                  <a:schemeClr val="tx2"/>
                </a:solidFill>
                <a:ea typeface="+mn-lt"/>
                <a:cs typeface="+mn-lt"/>
              </a:rPr>
              <a:t>Оптимизируется через Catalyst </a:t>
            </a:r>
            <a:r>
              <a:rPr lang="ru-RU" sz="1800" dirty="0" err="1">
                <a:solidFill>
                  <a:schemeClr val="tx2"/>
                </a:solidFill>
                <a:ea typeface="+mn-lt"/>
                <a:cs typeface="+mn-lt"/>
              </a:rPr>
              <a:t>Optimizer</a:t>
            </a:r>
            <a:r>
              <a:rPr lang="ru-RU" sz="1800" dirty="0">
                <a:solidFill>
                  <a:schemeClr val="tx2"/>
                </a:solidFill>
                <a:ea typeface="+mn-lt"/>
                <a:cs typeface="+mn-lt"/>
              </a:rPr>
              <a:t>.</a:t>
            </a:r>
            <a:endParaRPr lang="ru-RU" sz="1800" dirty="0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  <a:ea typeface="+mn-lt"/>
                <a:cs typeface="+mn-lt"/>
              </a:rPr>
              <a:t>Поддержка SQL-запросов:</a:t>
            </a:r>
            <a:br>
              <a:rPr lang="ru-RU" sz="1800">
                <a:solidFill>
                  <a:schemeClr val="tx2"/>
                </a:solidFill>
                <a:ea typeface="+mn-lt"/>
                <a:cs typeface="+mn-lt"/>
              </a:rPr>
            </a:br>
            <a:r>
              <a:rPr lang="ru-RU" sz="1800">
                <a:solidFill>
                  <a:schemeClr val="tx2"/>
                </a:solidFill>
                <a:ea typeface="+mn-lt"/>
                <a:cs typeface="+mn-lt"/>
              </a:rPr>
              <a:t>SELECT artist, COUNT(*) FROM tracks GROUP BY artist</a:t>
            </a:r>
            <a:endParaRPr lang="ru-RU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27776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7D04A-A460-AF75-A118-AE703FF52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ru-RU" sz="4800">
                <a:solidFill>
                  <a:schemeClr val="bg1"/>
                </a:solidFill>
                <a:ea typeface="+mj-lt"/>
                <a:cs typeface="+mj-lt"/>
              </a:rPr>
              <a:t>Пример использования (Python / PySpark)</a:t>
            </a:r>
            <a:endParaRPr lang="ru-RU" sz="4800">
              <a:solidFill>
                <a:schemeClr val="bg1"/>
              </a:solidFill>
            </a:endParaRPr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8F221BD-8EA0-A16C-9052-3519F6BA3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1247420"/>
            <a:ext cx="10843065" cy="200596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7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5B8BA-E111-DD7E-CC33-38D248995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3400">
                <a:solidFill>
                  <a:srgbClr val="FFFFFF"/>
                </a:solidFill>
                <a:ea typeface="+mj-lt"/>
                <a:cs typeface="+mj-lt"/>
              </a:rPr>
              <a:t>Преимущества Spark</a:t>
            </a:r>
            <a:endParaRPr lang="ru-RU" sz="34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F608CCD-C7B1-42F4-DBF6-AB9CD4270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85411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676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2D8727-E142-159A-7089-EDD45C243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4000">
                <a:solidFill>
                  <a:srgbClr val="FFFFFF"/>
                </a:solidFill>
                <a:ea typeface="+mj-lt"/>
                <a:cs typeface="+mj-lt"/>
              </a:rPr>
              <a:t>Ограничения и вызовы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51BFEB91-ABC3-C509-9D40-DF603CD7B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4405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249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3F82C-0DD9-DEB8-5831-0D1F4BEF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4000">
                <a:solidFill>
                  <a:srgbClr val="FFFFFF"/>
                </a:solidFill>
                <a:ea typeface="+mj-lt"/>
                <a:cs typeface="+mj-lt"/>
              </a:rPr>
              <a:t>Заключение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0A08332A-9A55-A635-A458-32579A794A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22338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8424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поцелуй, человек, Человеческое лицо, Любов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A6D70C-FB80-B0D3-C202-CE5B148CA1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778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DBA17-A89E-DC9A-9EDA-AF7E5C82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3986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Apache Spark Мощная платформа для обработки больших данных</vt:lpstr>
      <vt:lpstr>Что такое Apache Spark?</vt:lpstr>
      <vt:lpstr>Почему Spark? Сравнение с Hadoop MapReduce</vt:lpstr>
      <vt:lpstr>Архитектура Spark</vt:lpstr>
      <vt:lpstr>Основные компоненты экосистемы Spark</vt:lpstr>
      <vt:lpstr>DataFrame и Spark SQL</vt:lpstr>
      <vt:lpstr>Пример использования (Python / PySpark)</vt:lpstr>
      <vt:lpstr>Преимущества Spark</vt:lpstr>
      <vt:lpstr>Ограничения и вызовы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</cp:revision>
  <dcterms:created xsi:type="dcterms:W3CDTF">2025-12-10T10:26:45Z</dcterms:created>
  <dcterms:modified xsi:type="dcterms:W3CDTF">2025-12-10T10:37:19Z</dcterms:modified>
</cp:coreProperties>
</file>